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79030" autoAdjust="0"/>
  </p:normalViewPr>
  <p:slideViewPr>
    <p:cSldViewPr snapToGrid="0">
      <p:cViewPr varScale="1">
        <p:scale>
          <a:sx n="65" d="100"/>
          <a:sy n="65" d="100"/>
        </p:scale>
        <p:origin x="163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6F08D-7320-EF89-02E7-9414B358E7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spc="-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UML-</a:t>
            </a:r>
            <a:r>
              <a:rPr lang="ru-RU" sz="8000" spc="-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ДИАГРАММЫ “Кинотеатр</a:t>
            </a:r>
            <a:r>
              <a:rPr lang="ru-RU" sz="9600" spc="-300" dirty="0">
                <a:solidFill>
                  <a:srgbClr val="000000"/>
                </a:solidFill>
              </a:rPr>
              <a:t>"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826C95-EEA7-1A38-21EC-7A2D575C3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0018" y="6115721"/>
            <a:ext cx="3951982" cy="742279"/>
          </a:xfrm>
        </p:spPr>
        <p:txBody>
          <a:bodyPr>
            <a:normAutofit lnSpcReduction="10000"/>
          </a:bodyPr>
          <a:lstStyle/>
          <a:p>
            <a:pPr algn="l"/>
            <a:r>
              <a:rPr lang="ru-RU" spc="60" dirty="0">
                <a:solidFill>
                  <a:srgbClr val="FFFFFF"/>
                </a:solidFill>
              </a:rPr>
              <a:t>Выполнил: Шмелев м.к.</a:t>
            </a:r>
          </a:p>
          <a:p>
            <a:pPr algn="l"/>
            <a:r>
              <a:rPr lang="ru-RU" spc="35" dirty="0">
                <a:solidFill>
                  <a:srgbClr val="FFFFFF"/>
                </a:solidFill>
              </a:rPr>
              <a:t> </a:t>
            </a:r>
            <a:r>
              <a:rPr lang="ru-RU" dirty="0">
                <a:solidFill>
                  <a:srgbClr val="FFFFFF"/>
                </a:solidFill>
              </a:rPr>
              <a:t>Группа:</a:t>
            </a:r>
            <a:r>
              <a:rPr lang="ru-RU" spc="315" dirty="0">
                <a:solidFill>
                  <a:srgbClr val="FFFFFF"/>
                </a:solidFill>
              </a:rPr>
              <a:t> </a:t>
            </a:r>
            <a:r>
              <a:rPr lang="ru-RU" spc="70" dirty="0">
                <a:solidFill>
                  <a:srgbClr val="FFFFFF"/>
                </a:solidFill>
              </a:rPr>
              <a:t>ПР-</a:t>
            </a:r>
            <a:r>
              <a:rPr lang="ru-RU" spc="-25" dirty="0">
                <a:solidFill>
                  <a:srgbClr val="FFFFFF"/>
                </a:solidFill>
              </a:rPr>
              <a:t>41</a:t>
            </a:r>
            <a:endParaRPr lang="ru-RU" dirty="0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940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5DE86-867D-18C6-D438-A8095B0E5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5400" spc="70" dirty="0">
                <a:latin typeface="Arial" panose="020B0604020202020204" pitchFamily="34" charset="0"/>
                <a:cs typeface="Arial" panose="020B0604020202020204" pitchFamily="34" charset="0"/>
              </a:rPr>
              <a:t>ОПИСАНИЕ</a:t>
            </a:r>
            <a:r>
              <a:rPr lang="ru-RU" sz="5400" spc="3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5400" spc="55" dirty="0">
                <a:latin typeface="Arial" panose="020B0604020202020204" pitchFamily="34" charset="0"/>
                <a:cs typeface="Arial" panose="020B0604020202020204" pitchFamily="34" charset="0"/>
              </a:rPr>
              <a:t>ПРЕДМЕТНОЙ</a:t>
            </a:r>
            <a:r>
              <a:rPr lang="ru-RU" sz="5400" spc="3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5400" spc="-10" dirty="0">
                <a:latin typeface="Arial" panose="020B0604020202020204" pitchFamily="34" charset="0"/>
                <a:cs typeface="Arial" panose="020B0604020202020204" pitchFamily="34" charset="0"/>
              </a:rPr>
              <a:t>ОБЛАСТИ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4FDD65-5AA6-1E1A-F4ED-1C62715AB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chemeClr val="tx1"/>
                </a:solidFill>
              </a:rPr>
              <a:t>это комплекс бизнес-процессов и функций, связанных с продажей и управлением билетами на киносеансы, а также обслуживанием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17964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B74E5-143A-D22D-2313-1837D27E6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spc="-300" dirty="0"/>
              <a:t>УЧАСТНИКИ ПРОЦЕССА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2FA93-8C78-7857-A45B-9A1056CD2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Клиент – Выбор и верификация возраста, просмотр фильма</a:t>
            </a:r>
          </a:p>
          <a:p>
            <a:r>
              <a:rPr lang="ru-RU" dirty="0">
                <a:solidFill>
                  <a:schemeClr val="tx1"/>
                </a:solidFill>
              </a:rPr>
              <a:t>Кассир – продажа билетов, рекомендация, проверка документов, выдача чека</a:t>
            </a:r>
          </a:p>
          <a:p>
            <a:r>
              <a:rPr lang="ru-RU" dirty="0">
                <a:solidFill>
                  <a:schemeClr val="tx1"/>
                </a:solidFill>
              </a:rPr>
              <a:t>Киномеханик – настройка фильма, ремонт и управление проектором</a:t>
            </a:r>
          </a:p>
          <a:p>
            <a:r>
              <a:rPr lang="ru-RU" dirty="0">
                <a:solidFill>
                  <a:schemeClr val="tx1"/>
                </a:solidFill>
              </a:rPr>
              <a:t>Менеджер – управление персоналом, выбор реклам и фильмов на ближайшую неделю, привлечение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33518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9C7D3-6EBF-C0BC-54CC-81F84C23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прецендентов</a:t>
            </a:r>
          </a:p>
        </p:txBody>
      </p:sp>
      <p:pic>
        <p:nvPicPr>
          <p:cNvPr id="9" name="Объект 8" descr="Изображение выглядит как диаграмма, круг, линия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C9F14B-C1C5-E481-2C70-9745728A6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7481" y="1593333"/>
            <a:ext cx="7398060" cy="4693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4D6A31-A0E7-A444-CD98-E6EB62F152F7}"/>
              </a:ext>
            </a:extLst>
          </p:cNvPr>
          <p:cNvSpPr txBox="1"/>
          <p:nvPr/>
        </p:nvSpPr>
        <p:spPr>
          <a:xfrm>
            <a:off x="1251678" y="3616750"/>
            <a:ext cx="296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Показ главных участников для работы кинозала</a:t>
            </a:r>
          </a:p>
        </p:txBody>
      </p:sp>
    </p:spTree>
    <p:extLst>
      <p:ext uri="{BB962C8B-B14F-4D97-AF65-F5344CB8AC3E}">
        <p14:creationId xmlns:p14="http://schemas.microsoft.com/office/powerpoint/2010/main" val="152947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A1201-C5FD-69DF-A369-32220DAFE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 офлайн</a:t>
            </a:r>
          </a:p>
        </p:txBody>
      </p:sp>
      <p:pic>
        <p:nvPicPr>
          <p:cNvPr id="5" name="Объект 4" descr="Изображение выглядит как диаграмма,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E988506-3214-FF90-4C2D-B2C276F57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015" y="2128286"/>
            <a:ext cx="9737648" cy="434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9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13AD-F7ED-786D-D640-EECFC6DF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4F7ED-051C-C36B-320D-1221F4DB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 онлайн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78A797EF-E581-1030-C6D4-D1D7A3E2F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2202" y="2202642"/>
            <a:ext cx="8917115" cy="427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1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0FAF0-84F4-36FE-216F-F77129887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16" y="240891"/>
            <a:ext cx="4375399" cy="2391507"/>
          </a:xfrm>
        </p:spPr>
        <p:txBody>
          <a:bodyPr>
            <a:normAutofit/>
          </a:bodyPr>
          <a:lstStyle/>
          <a:p>
            <a:r>
              <a:rPr lang="ru-RU" dirty="0"/>
              <a:t>Диаграмма состояний</a:t>
            </a:r>
            <a:br>
              <a:rPr lang="ru-RU" dirty="0"/>
            </a:br>
            <a:r>
              <a:rPr lang="ru-RU" sz="2400" dirty="0"/>
              <a:t>(жизненный цикл продукта)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822B49B-4451-110C-4396-2289E7D12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8893" y="1373023"/>
            <a:ext cx="7148722" cy="5355457"/>
          </a:xfrm>
        </p:spPr>
      </p:pic>
    </p:spTree>
    <p:extLst>
      <p:ext uri="{BB962C8B-B14F-4D97-AF65-F5344CB8AC3E}">
        <p14:creationId xmlns:p14="http://schemas.microsoft.com/office/powerpoint/2010/main" val="78862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9D0C3-229F-5231-7439-0907D45B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деятельности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B3FCD82-5D64-523A-75B6-A1DED1E6C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926" y="1451419"/>
            <a:ext cx="7777019" cy="52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13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A46D3-718B-DC81-5BB5-88ACBC45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07A96B-9CAE-70CC-C722-FBAFFCFAB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Выводы: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>
                <a:solidFill>
                  <a:schemeClr val="tx1"/>
                </a:solidFill>
              </a:rPr>
              <a:t>Разработаны </a:t>
            </a:r>
            <a:r>
              <a:rPr lang="en-US" b="1" dirty="0">
                <a:solidFill>
                  <a:schemeClr val="tx1"/>
                </a:solidFill>
              </a:rPr>
              <a:t>UML</a:t>
            </a:r>
            <a:r>
              <a:rPr lang="ru-RU" b="1" dirty="0">
                <a:solidFill>
                  <a:schemeClr val="tx1"/>
                </a:solidFill>
              </a:rPr>
              <a:t>-Диаграммы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>
                <a:solidFill>
                  <a:schemeClr val="tx1"/>
                </a:solidFill>
              </a:rPr>
              <a:t>Понимание предметной области</a:t>
            </a: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45907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{BC4993FB-4046-43A7-8C0E-C9FDC4EE380F}TF08bf56db-0078-4b17-959d-3b5cd1536cb914341367-dc9e214314f6</Template>
  <TotalTime>59</TotalTime>
  <Words>120</Words>
  <Application>Microsoft Office PowerPoint</Application>
  <PresentationFormat>Широкоэкранный</PresentationFormat>
  <Paragraphs>20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Corbel</vt:lpstr>
      <vt:lpstr>Gill Sans MT</vt:lpstr>
      <vt:lpstr>Impact</vt:lpstr>
      <vt:lpstr>Эмблема</vt:lpstr>
      <vt:lpstr>UML-ДИАГРАММЫ “Кинотеатр"</vt:lpstr>
      <vt:lpstr>ОПИСАНИЕ ПРЕДМЕТНОЙ ОБЛАСТИ</vt:lpstr>
      <vt:lpstr>УЧАСТНИКИ ПРОЦЕССА</vt:lpstr>
      <vt:lpstr>Диаграмма прецендентов</vt:lpstr>
      <vt:lpstr>Диаграмма последовательности офлайн</vt:lpstr>
      <vt:lpstr>Диаграмма последовательности онлайн</vt:lpstr>
      <vt:lpstr>Диаграмма состояний (жизненный цикл продукта)</vt:lpstr>
      <vt:lpstr>Диаграмма деятельности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Bikmacs .</dc:creator>
  <cp:lastModifiedBy>Bikmacs .</cp:lastModifiedBy>
  <cp:revision>5</cp:revision>
  <dcterms:created xsi:type="dcterms:W3CDTF">2025-11-11T17:14:32Z</dcterms:created>
  <dcterms:modified xsi:type="dcterms:W3CDTF">2025-11-13T03:26:11Z</dcterms:modified>
</cp:coreProperties>
</file>